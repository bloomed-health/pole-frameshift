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POLE c.138del (p.Leu46Phefs*8)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Frameshift Variant in Polymerase Proofreading-Associated Polyposis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Paradox, Research Priorities &amp; Therapeutic Implications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&gt;100 mut/Mb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17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51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Multi-System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Frameshift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408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Class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(DNA Polymerase Epsilon)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c.138del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Effect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414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p.Leu46Phefs*8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 → premature stop at ~aa 54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(loss-of-function)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Freq.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from gnomAD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Significance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Ultra-hypermutated tumor phenotype (TMB &gt;100 mut/Mb)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multi-system phenotype beyond classic PPAP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 at codon 46 — upstream of all functional domains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truncation eliminates exonuclease AND polymerase domains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Mechanistically distinct from all known PPAP variants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paradigm shift: POLE as tumor suppressor vs. dominant-negative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Mechanistic Paradox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variant should not cause classical PPAP — but does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Catalytic Subunit (p261) — 2,286 amino acids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28800"/>
            <a:ext cx="173736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772000" y="1828800"/>
            <a:ext cx="6496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2770400" y="1828800"/>
            <a:ext cx="21760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54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89120" y="2286000"/>
            <a:ext cx="101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Exonuclease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 268–471)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78960" y="2286000"/>
            <a:ext cx="235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 580–1260)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834640"/>
            <a:ext cx="1828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peptide (aa 1–54)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834640"/>
            <a:ext cx="18288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Exonuclease (proofreading)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2834640"/>
            <a:ext cx="1828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Polymerase (synthesis)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9184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PPAP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Missense variants (P286R, V411L) in exonuclease domain → dominant-negative: polymerase works, proofreading fails → ultra-hypermutation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14800"/>
            <a:ext cx="64008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Variant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 at aa 46 → truncated at aa 54 → no exonuclease, no polymerase → should be null allele → should NOT cause PPAP phenotype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Mechanistic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607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Somatic Loss of Heterozygosity (LOH)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298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 allele lost in tumor → biallelic POLE loss → cell relies on lower-fidelity polymerases → Knudson two-hit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379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17830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Translational Reinitiation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075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reinitiates at downstream AUG → truncated protein retains polymerase but lacks exonuclease → phenocopies dominant-negative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560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NMD Escape + Complex Poisoning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8529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peptide escapes nonsense-mediated decay → sequesters POLE2/3/4 subunits → dominant-negative via stoichiometric holoenzyme disruption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39242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 Stress Haploinsufficiency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630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POLE dosage adequate at baseline but rate-limiting under replicative stress in high-turnover tissues (colonic crypts, endometrium)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169664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1148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Isoform-Specific Effects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407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impact on alternative POLE transcripts — elimination of critical isoform while sparing or creating aberrant products from others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Mutational Signature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Discriminating the mutational process driving ultra-hypermutation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Canonical POLE Signatures Present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SBS10a (C&gt;A in TCT context) — dominant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SBS10b (C&gt;T in TCG context) — dominant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SBS28 — secondary contribution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Ultra-hypermutation arises from POLE proofreading failure despite early truncation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reinitiation or LOH model — the mechanism converges on the same biochemical deficiency as classical PPAP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Non-Canonical Signatures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SBS6, SBS15, SBS21, SBS26 (MMR deficiency)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SBS2, SBS13 (APOBEC activity)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uncharacterized signature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different mutational process drives hypermutation in this tumor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redefine the boundaries of PPAP as a syndrome — indicates convergent phenotype via a novel mechanism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Experiment: WGS ≥60x tumor / ≥30x normal → SigProfiler decomposition → compare to COSMIC SBS10a/b/28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Blood-Based Research Assays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Minimally invasive tests with high mechanistic and clinical yield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/ Mutational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Sequencing / NanoSeq on PBMCs — measures somatic mutation rate vs. age-matched controls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196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Allele-specific RNA-seq — determines if mutant mRNA escapes NMD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profiling (DNMT3A, TET2, ASXL1, TP53) — assesses clonal hematopoiesis burden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Tumor Markers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900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Tumor-informed ctDNA panel (Signatera/FoundationOne Tracker) — monitors residual disease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284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isolation + single-cell WGS — tracks tumor genomic evolution without biopsy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80467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764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&amp; Metabolic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protein quantification via SRM/PRM mass spectrometry on PBMCs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98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dNTP pool quantification by LC-MS/MS — detects nucleotide imbalance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 Profiling from Blood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High-Dimensional Immunophenotyping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CyTOF / spectral flow cytometry of PBMCs: CD4/CD8/Treg/NK/γδ T cells, exhaustion markers (PD-1, TIM-3, LAG-3, TIGIT), activation state. Serial measurements pre/during/post-treatment.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691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97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TCR Repertoire Sequencing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CDR3β sequencing (immunoSEQ) to measure T cell clonal diversity, identify expanded tumor-reactive clones, and track clonal dynamics longitudinally as a biomarker of immune surveillance.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1691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Neoantigen-Reactive T Cell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peptide-MHC multimers from predicted neoantigens → flow cytometric quantification of neoantigen-specific CD8+ T cells in peripheral blood. Gold standard for confirming immunogenicity.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Cytokine Profiling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Multiplexed cytokine panel (Olink/Luminex): IFN-γ, TNF-α, IL-6, IL-10, CXCL9, CXCL10. Elevated CXCL9/10 predicts checkpoint inhibitor efficacy and active antitumor immune response.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Immunotherapy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TMB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Cancer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48132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1481328"/>
            <a:ext cx="914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mut/Mb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Threshold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93852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1938528"/>
            <a:ext cx="18288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mut/Mb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 CRC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239572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2395728"/>
            <a:ext cx="73152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mut/Mb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85292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2852928"/>
            <a:ext cx="182880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mut/Mb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14400"/>
            <a:ext cx="3840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Approaches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(Pembrolizumab)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tissue-agnostic approval for TMB ≥10. Dense CD8+ TIL infiltrate + PD-L1 upregulation expected.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+ Anti-CTLA-4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+ Ipilimumab if multiple co-inhibitory receptors expressed. Higher toxicity, consider if monotherapy insufficient.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 Vaccination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mRNA-based (mRNA-4157/V940) or peptide platforms. Adjuvant setting to prime T cells against clonal neoantigens.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88720" y="3749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Matters for Long-Term Strategy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88720" y="4069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LOH-driven (two-hit): different clonal architecture, subclonal diversification patterns, and potential resistance trajectories vs. canonical dominant-negative PPAP. Tumor evolution modeling and serial ctDNA monitoring are essential to guide therapy sequencing.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Lethality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POLE-deficient cellular vulnerabilities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24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ATR-CHK1 Pathway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Ceralasertib (AZD6738), Berzosertib (M6620), Elimusertib (BAY1895344)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143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POLE-deficient cells have elevated replication fork stalling → increased dependence on ATR-CHK1 for survival. Inhibition pushes cells past viability threshold into replication catastrophe.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664208"/>
            <a:ext cx="11887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57400"/>
            <a:ext cx="6400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WRN Helicase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WRN inhibitors (preclinical/early clinical)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secondary MMR loss occurs → MSI creates expanded microsatellite repeats → WRN essential for fork stability at these loci. Synthetic lethal with MSI phenotype.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2624328"/>
            <a:ext cx="118872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624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017520"/>
            <a:ext cx="6400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PARP Trapping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273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Olaparib, Talazoparib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stress from POLE deficiency may increase reliance on PARP1 for fork stabilization. PARP trapping could selectively kill POLE-deficient dividing cells.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3584448"/>
            <a:ext cx="118872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(novel indication)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97764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Nucleotide Metabolism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Hydroxyurea (low-dose), Brequinar (DHODH inhibitor)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4023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dNTP pools compound proofreading deficit. Pharmacological nucleotide perturbation may push mutation rate beyond viability in rapidly dividing tumor cells.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4544568"/>
            <a:ext cx="118872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4544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Models Required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Patient-Derived Organoids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98755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987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+ normal tissue organoids for drug screening (checkpoint inhibitors in immune co-culture, ATR/PARP/WRN inhibitors), mutational signature analysis during clonal expansion, and replication dynamics.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Isogenic CRISPR Cell 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98755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987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exact c.138del variant into RPE1-hTERT, HCT116, HAP1 in het/hemizygous configurations. Parallel P286R and V411L panels for direct mechanistic comparison. Fluctuation assays, DNA fiber assays.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3840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Knock-In Mouse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99923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999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Cre-inducible murine equivalent variant. Tissue-specific activation to map tumor spectrum, determine LOH requirement, assess penetrance. Cross with MMR-null backgrounds for synergy testing.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3840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/ Digital Twin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99923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2999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models of crypt stem cell dynamics: POLE dosage vs. mutation rate, stochastic LOH rates, clonal competition. Calibrate against single-cell WGS data. Predict lifetime risk and optimal surveillance intervals.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Prioritization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 months)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tumor-normal WGS with LOH analysis at POLE locus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10312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03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 signature decomposition (SBS10a/b/28 vs. alternatives)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97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Allele-specific expression from blood RNA (NMD escape test)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profiling and duplex sequencing of normal blood cells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86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immunophenotyping and TCR repertoire sequencing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914400"/>
            <a:ext cx="25603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914400"/>
            <a:ext cx="256032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(3–12 months)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15087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904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profiling (Ribo-seq) and proteomics for aberrant POLE products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20440" y="21031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103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74904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Patient-derived organoid establishment (tumor + normal)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20440" y="26974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2697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4904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 prediction and MHC multimer T cell detection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20440" y="329184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74904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sensitivity screening in organoid models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20440" y="38862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3886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490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ctDNA monitoring panel design and baseline measurement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914400"/>
            <a:ext cx="25603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91440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(1–3 years)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15087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58368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Isogenic CRISPR cell line panels (c.138del vs P286R vs V411L)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55080" y="21031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2103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58368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knock-in mouse model generation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55080" y="26974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2697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8368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WGS of normal colonic crypts (haploinsufficiency test)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55080" y="329184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58368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family genotyping for penetrance estimation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55080" y="38862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3886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5836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modeling for surveillance optimization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variant is a natural experiment that could redefine how POLE truncation variants are classified in clinical genetics.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two-hit / LOH model is confirmed, truncating POLE variants currently classified as VUS may need reclassification as pathogenic cancer predisposition alleles.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 signature analysis will discriminate whether the ultra-hypermutation arises from canonical POLE proofreading failure or a novel mutational process.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37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ultra-hypermutated phenotype opens immediate immunotherapy opportunities (anti-PD-1, neoantigen vaccines) alongside experimental synthetic lethal strategies.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Blood-based assays — duplex sequencing, ctDNA, immune profiling — can drive both mechanistic understanding and real-time clinical management.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single variant, properly investigated, could restructure the clinical genetics framework for an entire gene.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POLE c.138del PPAP Research Case</dc:title>
  <dc:subject>PptxGenJS Presentation</dc:subject>
  <dc:creator>Research Team</dc:creator>
  <cp:lastModifiedBy>Research Team</cp:lastModifiedBy>
  <cp:revision>1</cp:revision>
  <dcterms:created xsi:type="dcterms:W3CDTF">2026-04-14T13:12:42Z</dcterms:created>
  <dcterms:modified xsi:type="dcterms:W3CDTF">2026-04-14T13:12:42Z</dcterms:modified>
</cp:coreProperties>
</file>